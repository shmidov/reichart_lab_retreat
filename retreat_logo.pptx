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>
      <p:cViewPr varScale="1">
        <p:scale>
          <a:sx n="102" d="100"/>
          <a:sy n="102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B23A-51E8-5DF0-9A06-F80D1BE2A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697A7-E5E9-6A86-F81D-5930253BA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12DE7-BE47-9519-86E4-C599A105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5F21C-B6BE-6F1A-30D4-CD02AE15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70CEF-4BBE-C1E2-BF5E-F328ECB0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447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D426-49C6-2F40-A41F-0EA1F04C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58F9-DB10-2D73-B429-0D2834EA5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85DD0-8F1B-0091-B935-0ED0AE33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E40D-5913-3DBD-4B14-870A6AF4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1A61-6721-5B43-C3FD-F48664A9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582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A403-04DA-BF4E-AB55-1BBC9EB5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D5722-CEC5-7F43-851F-FEE4971C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F9206-BD2E-140F-B962-35173896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81BE-FDEE-1FAF-0F3C-4DB6293B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11724-8147-6990-53EB-A596A0EB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266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757E-C2A9-B5FE-68B2-ED593977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2C0E-5AC5-7BBD-D9E8-1BFE5CB5A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94295-5E7C-337C-61C9-9A9F49E8F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B3329-ABE6-577C-4D93-8F558694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84056-B4EF-9DD4-F79D-DFF7E04E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3DCE2-4883-25E4-411F-9FE20214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168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22BF-B3AB-1255-71E2-60502D7A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B4647-E507-9F39-8C64-F9A32551E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1DE29-633D-7B8B-0CF5-36ABD1030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BB520-B38D-E89F-9626-D7F4D6777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EF8B5-4E85-DFD4-FD2D-3D37B1B53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FD5A9-DD8E-E3C5-63C8-BE18EBD8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59CAB-DC9D-F894-3599-C9E62288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CF7D3-607A-176B-8934-9429D6AA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331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FB54-B255-333B-7BF6-ADCCD810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DEB0A-0A27-C209-896E-AA459FEA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D7019-EBF0-5E4A-69CA-65A7D1A5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917E9-5819-7527-8D04-29BB2B97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250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030EF-8813-FF83-3D63-5986C6BE5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2170C-4BCB-8875-C678-8B0FC757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9A217-911B-44CE-86DA-5F26EF8A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444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193C-417A-2522-B294-1CB33C02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2CA00-EA9D-4875-211A-0473D8A7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DEEFA-6F51-CF20-FC1A-A8D97B4FF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BAC86-469F-3349-0266-F6C69DAF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26B1D-DA74-D191-40B6-D8F0C7B0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27D2A-441B-F516-5F0C-ABC907EA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083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BCD2-CDB9-DE67-0AF5-F2BE6993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0F9B9-A4B3-14B1-446C-ED1E21064A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C37D0-0A1D-501D-93C5-2D8427711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5918F-0F01-E360-FE88-472F03F9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D4B2-AB0C-DC2F-7C65-0C9439AA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7795F-CA7D-E01A-A709-9A1E6A35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0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9B1E-B285-4254-18EA-5999B5D2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CF44F-3D9A-0A5F-6F44-5CD77C3E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E96D-22AE-C441-ECA0-1E3B36A4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FAA81-9BF9-2ECB-682F-71AC83B4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E4D2-791F-304C-EFF1-DCAB954B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171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6CA0E-B350-4252-E50E-C858C5067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A189D-EC94-9A40-4F10-297C48869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A1C4-8768-C078-3CC6-CCFF9A30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AEEC-48B3-074A-15B9-7F9AA323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DA6C-3E55-9F75-77B9-5D4F31F1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023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BE799-A81D-3C61-1874-02080A1B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78C60-6F9A-C0B5-1102-958E4586C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1FCE6-6C31-6F5C-4715-23A91B6CD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2CE85-7900-2948-9248-C369A51165B1}" type="datetimeFigureOut">
              <a:rPr lang="en-IL" smtClean="0"/>
              <a:t>09/10/2026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5648-D5C1-52C0-D5F0-E4B762394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4C6EE-1078-25AA-5B6B-6BEBA7314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0B098-6FA5-C144-9F77-D16B3AAA22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531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752B24-7B94-F84B-6C4E-765DAA96566C}"/>
              </a:ext>
            </a:extLst>
          </p:cNvPr>
          <p:cNvSpPr txBox="1"/>
          <p:nvPr/>
        </p:nvSpPr>
        <p:spPr>
          <a:xfrm>
            <a:off x="3269293" y="2079321"/>
            <a:ext cx="22561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4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Reichart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1FDFC-E771-9D14-D20E-0D1AF47BD9A4}"/>
              </a:ext>
            </a:extLst>
          </p:cNvPr>
          <p:cNvSpPr txBox="1"/>
          <p:nvPr/>
        </p:nvSpPr>
        <p:spPr>
          <a:xfrm>
            <a:off x="5723140" y="2276032"/>
            <a:ext cx="2004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4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Group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02300-6AC1-0C9C-338C-B1BD503EA216}"/>
              </a:ext>
            </a:extLst>
          </p:cNvPr>
          <p:cNvSpPr txBox="1"/>
          <p:nvPr/>
        </p:nvSpPr>
        <p:spPr>
          <a:xfrm>
            <a:off x="5364705" y="2585477"/>
            <a:ext cx="2143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4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</a:t>
            </a:r>
            <a:r>
              <a:rPr lang="en-IL" sz="32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etreat</a:t>
            </a:r>
            <a:r>
              <a:rPr lang="en-IL" sz="2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en-IL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Jr.</a:t>
            </a:r>
          </a:p>
        </p:txBody>
      </p:sp>
    </p:spTree>
    <p:extLst>
      <p:ext uri="{BB962C8B-B14F-4D97-AF65-F5344CB8AC3E}">
        <p14:creationId xmlns:p14="http://schemas.microsoft.com/office/powerpoint/2010/main" val="140651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Shmidov</dc:creator>
  <cp:lastModifiedBy>Amit Shmidov</cp:lastModifiedBy>
  <cp:revision>2</cp:revision>
  <dcterms:created xsi:type="dcterms:W3CDTF">2026-10-09T11:24:18Z</dcterms:created>
  <dcterms:modified xsi:type="dcterms:W3CDTF">2026-10-09T12:23:46Z</dcterms:modified>
</cp:coreProperties>
</file>