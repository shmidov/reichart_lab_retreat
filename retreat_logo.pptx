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>
      <p:cViewPr varScale="1">
        <p:scale>
          <a:sx n="102" d="100"/>
          <a:sy n="102" d="100"/>
        </p:scale>
        <p:origin x="7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B23A-51E8-5DF0-9A06-F80D1BE2A8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5697A7-E5E9-6A86-F81D-5930253BA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12DE7-BE47-9519-86E4-C599A1054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5F21C-B6BE-6F1A-30D4-CD02AE15E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70CEF-4BBE-C1E2-BF5E-F328ECB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04472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1D426-49C6-2F40-A41F-0EA1F04CA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D58F9-DB10-2D73-B429-0D2834EA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85DD0-8F1B-0091-B935-0ED0AE339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3E40D-5913-3DBD-4B14-870A6AF48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B1A61-6721-5B43-C3FD-F48664A9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85820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A403-04DA-BF4E-AB55-1BBC9EB58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D5722-CEC5-7F43-851F-FEE4971CB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F9206-BD2E-140F-B962-35173896F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981BE-FDEE-1FAF-0F3C-4DB6293B3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11724-8147-6990-53EB-A596A0EB0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02663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7757E-C2A9-B5FE-68B2-ED593977D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12C0E-5AC5-7BBD-D9E8-1BFE5CB5A7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994295-5E7C-337C-61C9-9A9F49E8FA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B3329-ABE6-577C-4D93-8F5586949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984056-B4EF-9DD4-F79D-DFF7E04E0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3DCE2-4883-25E4-411F-9FE20214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01688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B22BF-B3AB-1255-71E2-60502D7A5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5B4647-E507-9F39-8C64-F9A32551E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1DE29-633D-7B8B-0CF5-36ABD1030F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2BB520-B38D-E89F-9626-D7F4D6777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BEF8B5-4E85-DFD4-FD2D-3D37B1B538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BFD5A9-DD8E-E3C5-63C8-BE18EBD84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59CAB-DC9D-F894-3599-C9E62288F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3CF7D3-607A-176B-8934-9429D6AA2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23318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CFB54-B255-333B-7BF6-ADCCD810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BDEB0A-0A27-C209-896E-AA459FEA3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0D7019-EBF0-5E4A-69CA-65A7D1A57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8917E9-5819-7527-8D04-29BB2B97F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92500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030EF-8813-FF83-3D63-5986C6BE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F2170C-4BCB-8875-C678-8B0FC7572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9A217-911B-44CE-86DA-5F26EF8AF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54441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193C-417A-2522-B294-1CB33C029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2CA00-EA9D-4875-211A-0473D8A75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DEEFA-6F51-CF20-FC1A-A8D97B4FF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6BAC86-469F-3349-0266-F6C69DAF8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426B1D-DA74-D191-40B6-D8F0C7B03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27D2A-441B-F516-5F0C-ABC907EAA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0833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FBCD2-CDB9-DE67-0AF5-F2BE69937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40F9B9-A4B3-14B1-446C-ED1E21064A7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C37D0-0A1D-501D-93C5-2D8427711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5918F-0F01-E360-FE88-472F03F97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61D4B2-AB0C-DC2F-7C65-0C9439AAE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7795F-CA7D-E01A-A709-9A1E6A355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20522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9B1E-B285-4254-18EA-5999B5D2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1CF44F-3D9A-0A5F-6F44-5CD77C3E6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4E96D-22AE-C441-ECA0-1E3B36A4C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3FAA81-9BF9-2ECB-682F-71AC83B46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0E4D2-791F-304C-EFF1-DCAB954BD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61717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76CA0E-B350-4252-E50E-C858C50674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189D-EC94-9A40-4F10-297C48869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9A1C4-8768-C078-3CC6-CCFF9A30C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2AEEC-48B3-074A-15B9-7F9AA3233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FDA6C-3E55-9F75-77B9-5D4F31F1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6023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BE799-A81D-3C61-1874-02080A1BB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78C60-6F9A-C0B5-1102-958E4586C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1FCE6-6C31-6F5C-4715-23A91B6CDC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2CE85-7900-2948-9248-C369A51165B1}" type="datetimeFigureOut">
              <a:rPr lang="en-IL" smtClean="0"/>
              <a:t>09/10/2026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A5648-D5C1-52C0-D5F0-E4B762394B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E4C6EE-1078-25AA-5B6B-6BEBA7314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0B098-6FA5-C144-9F77-D16B3AAA220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5312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752B24-7B94-F84B-6C4E-765DAA96566C}"/>
              </a:ext>
            </a:extLst>
          </p:cNvPr>
          <p:cNvSpPr txBox="1"/>
          <p:nvPr/>
        </p:nvSpPr>
        <p:spPr>
          <a:xfrm>
            <a:off x="3269293" y="2079321"/>
            <a:ext cx="2256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4800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Reichart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1FDFC-E771-9D14-D20E-0D1AF47BD9A4}"/>
              </a:ext>
            </a:extLst>
          </p:cNvPr>
          <p:cNvSpPr txBox="1"/>
          <p:nvPr/>
        </p:nvSpPr>
        <p:spPr>
          <a:xfrm>
            <a:off x="5723140" y="2276032"/>
            <a:ext cx="20040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4800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Group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202300-6AC1-0C9C-338C-B1BD503EA216}"/>
              </a:ext>
            </a:extLst>
          </p:cNvPr>
          <p:cNvSpPr txBox="1"/>
          <p:nvPr/>
        </p:nvSpPr>
        <p:spPr>
          <a:xfrm>
            <a:off x="5327127" y="2585477"/>
            <a:ext cx="17672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4800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R</a:t>
            </a:r>
            <a:r>
              <a:rPr lang="en-IL" sz="3200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etreat</a:t>
            </a:r>
          </a:p>
        </p:txBody>
      </p:sp>
    </p:spTree>
    <p:extLst>
      <p:ext uri="{BB962C8B-B14F-4D97-AF65-F5344CB8AC3E}">
        <p14:creationId xmlns:p14="http://schemas.microsoft.com/office/powerpoint/2010/main" val="1406519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ADLaM Display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Amit Shmidov</dc:creator>
  <cp:lastModifiedBy>Amit Shmidov</cp:lastModifiedBy>
  <cp:revision>1</cp:revision>
  <dcterms:created xsi:type="dcterms:W3CDTF">2026-10-09T11:24:18Z</dcterms:created>
  <dcterms:modified xsi:type="dcterms:W3CDTF">2026-10-09T11:31:47Z</dcterms:modified>
</cp:coreProperties>
</file>