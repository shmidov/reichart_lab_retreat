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1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457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871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467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348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196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213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404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04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355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325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440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210B5-D24F-F14F-8FC2-65F9106A6135}" type="datetimeFigureOut">
              <a:rPr lang="en-IL" smtClean="0"/>
              <a:t>12/10/2026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FE76A-F864-FE4B-9EF3-93CDE50E06A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161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1EB66-32F3-5996-65B4-90D4D9DFA3E5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E9EEC-B1DC-8A65-FFA0-E4AAAEC79C35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9814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C0975-C2C6-881C-FF74-F2EE15C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79F21E-B217-5A5A-2F78-6CD14337EE1C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0A9A8-97B0-A47E-93AB-B3DE3E9C79E4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107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656D8-3AF2-2602-6E72-F0E32EF1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C58C2-3870-8AEB-C9E1-9902203624EB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C6A19-C234-9633-854F-913FDF4B13B3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649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B6CB-CE6D-826D-3DE4-AC216EED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2D03DA-A51B-8B93-5808-F23B05C8023C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4AA28-D0A2-10CF-024D-9EAE52A3DF2D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145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FFC9-7FF7-9F97-1302-3946EAD0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FB678B-9502-2817-ADB8-61112ED144E3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47DC8-2142-F538-0865-700C0CF874E3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2623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AB7C-AAAB-43C8-583A-5AE71A22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82EB84-8A41-A51F-D6D5-1D53466E4F40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53FEF-A964-CF4A-CAD0-57F6C192625E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8174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E6B5-FCBC-0062-DF85-C2CB7088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1BDDBC-5AA5-5F95-B89C-50123DF8A1D0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E355D-6151-7178-F151-E5F368F9DE79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34400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0986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C0F6-FE97-1BEF-2D36-068F13A1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C23EF6-3128-8C97-B5E5-0F6AF8399CA5}"/>
              </a:ext>
            </a:extLst>
          </p:cNvPr>
          <p:cNvSpPr/>
          <p:nvPr/>
        </p:nvSpPr>
        <p:spPr>
          <a:xfrm>
            <a:off x="1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99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CAA6C-A578-5972-1C73-A97CBEF9BEC5}"/>
              </a:ext>
            </a:extLst>
          </p:cNvPr>
          <p:cNvSpPr/>
          <p:nvPr/>
        </p:nvSpPr>
        <p:spPr>
          <a:xfrm>
            <a:off x="4953000" y="0"/>
            <a:ext cx="4953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9900" dirty="0">
                <a:solidFill>
                  <a:schemeClr val="tx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07799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16</Words>
  <Application>Microsoft Macintosh PowerPoint</Application>
  <PresentationFormat>A4 Paper (210x297 mm)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Shmidov</dc:creator>
  <cp:lastModifiedBy>Amit Shmidov</cp:lastModifiedBy>
  <cp:revision>1</cp:revision>
  <cp:lastPrinted>2026-10-12T18:15:52Z</cp:lastPrinted>
  <dcterms:created xsi:type="dcterms:W3CDTF">2026-10-12T18:12:07Z</dcterms:created>
  <dcterms:modified xsi:type="dcterms:W3CDTF">2026-10-12T18:25:52Z</dcterms:modified>
</cp:coreProperties>
</file>